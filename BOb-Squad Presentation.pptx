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5" r:id="rId19"/>
    <p:sldId id="274" r:id="rId20"/>
    <p:sldId id="495" r:id="rId21"/>
    <p:sldId id="273" r:id="rId22"/>
    <p:sldId id="276" r:id="rId23"/>
    <p:sldId id="496" r:id="rId24"/>
    <p:sldId id="49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746"/>
    <a:srgbClr val="002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7408A-7D92-677B-AF60-A7E196018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3716B-78FF-AAE0-2FE4-371E4085B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1CC52-B694-A41E-45CE-5795E69AF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F67F-9F87-427C-89B1-5D2730947D7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DC194-DE00-953D-9536-1F9A89FFD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9DBDF-CC48-F937-1B1D-FC9FCC6B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5648-4553-4707-997C-E2AA09D8D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80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A6ACD-EFEA-9364-6DCC-B8F96F6A8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5A997-B236-38FF-0955-3F56CBE8D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FEFAC-55CB-E940-71AB-FD19A7BB7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F67F-9F87-427C-89B1-5D2730947D7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5D4A6-81A9-2DED-A9D1-EC38F874D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D1D9E-4754-F488-81E4-0B9EFF94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5648-4553-4707-997C-E2AA09D8D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934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FCD00-FCE9-FFB4-D600-56A3EA222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1AF9F-8B7A-C424-FF80-38F218978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A43EF-FACC-B673-1552-CB64EFBFA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F67F-9F87-427C-89B1-5D2730947D7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9893D-278A-5326-4200-F6BAE0961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650E0-9C18-9B49-3BBE-3E2C54789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5648-4553-4707-997C-E2AA09D8D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57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DA12-D698-B1F1-C6BB-C343DA2BF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8A73C-6F1F-2955-A31B-1267797F3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9D7219-3446-3394-1107-AF0CF6B69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10FD0-84D0-6C45-77BA-3B8E1EDC5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F67F-9F87-427C-89B1-5D2730947D7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725E4-B116-56C6-514D-0231C66F7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B6570-EAC5-C327-C7F5-316FE35B4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5648-4553-4707-997C-E2AA09D8D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6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FAF0-FC21-B56B-2EB7-706222B9B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62E6A-184F-4812-8DDE-F461237D3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B58CF-CA16-FB93-EB98-DBD02029C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84171-F7C4-6E83-5A90-75D83ACC0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3B8108-88B4-017B-8CA7-E677781DF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F4D564-934C-F1C3-A57D-8BB68B60B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F67F-9F87-427C-89B1-5D2730947D7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975B14-E610-96DC-B8E5-B123FD200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F2D6E4-99AB-290C-6A47-EE42E70F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5648-4553-4707-997C-E2AA09D8D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4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7411C-D437-0F1A-DB56-0D106A267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18BA93-68C6-4A90-812C-7F1232C77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F67F-9F87-427C-89B1-5D2730947D7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E031B-67AA-BA1D-A177-E4A67D4A8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B1CF09-8720-0DE8-FE79-5264091B5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5648-4553-4707-997C-E2AA09D8D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07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9D0EF8-BDC2-E450-590E-16BD1A307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F67F-9F87-427C-89B1-5D2730947D7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EC7790-508A-4238-0186-E1AC08672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96ABB-3517-B63D-D9E2-7848D9C95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5648-4553-4707-997C-E2AA09D8D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48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1C69-C7C0-7683-58A0-3A0D7C844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7052D-AC89-D120-F701-2F35EA0D0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BF6E8-E1C6-7196-77A8-7CFDF0D06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330CA-DC76-C795-BC7C-E0F059CC9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F67F-9F87-427C-89B1-5D2730947D7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C55EE-87FE-38C8-0D78-23DD866EA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3CF2C-E960-4CEB-303E-3C09CA731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5648-4553-4707-997C-E2AA09D8D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60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72E44-809A-8B69-053C-0F4B9100B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3469DC-E867-2BBA-9884-74798DE84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19507B-6AEE-E4B8-75A3-691EC34E4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C9370-8EFF-4247-D2BB-3A8024A5B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F67F-9F87-427C-89B1-5D2730947D7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38547-A6A7-95D2-0B97-7A113C800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6E02B-E005-70A5-94CD-153A12336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5648-4553-4707-997C-E2AA09D8D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24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F3D8-E82D-270B-D29D-25DF04E8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CC288B-4E28-CD13-EB24-94423862C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DCCF3-EA2B-6BFB-A7BA-777DB2FE8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F67F-9F87-427C-89B1-5D2730947D7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EBF73-92FC-9FE0-F79D-7CE6BBE89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02DB5-6D02-24DA-1F8E-FEFC19D95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5648-4553-4707-997C-E2AA09D8D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06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CD8D62-DB23-7137-EADE-67DEE843DB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0056B-70A4-F5C5-CF93-8EFA894A4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2FBA2-0CD3-7E1A-CD21-3A10A598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F67F-9F87-427C-89B1-5D2730947D7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AAB42-3954-18E7-C027-6C29C0FE3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E66B2-7687-6966-FF95-5DB7003BB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5648-4553-4707-997C-E2AA09D8D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4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73FDE7-EDEC-7600-0569-FADB0EBAF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C73AC-FF57-8A0D-3A45-232FA0254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AFEC5-83A3-962A-B3FD-38DC23946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8F67F-9F87-427C-89B1-5D2730947D7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DA98E-6D54-897F-13A8-D55BC239B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40D3D-E1B5-8C01-4F91-20ABB2BC9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65648-4553-4707-997C-E2AA09D8D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36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9218C-6810-7072-30C0-C80C98E1C7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50"/>
          <a:stretch>
            <a:fillRect/>
          </a:stretch>
        </p:blipFill>
        <p:spPr>
          <a:xfrm>
            <a:off x="20" y="12168"/>
            <a:ext cx="12191980" cy="68567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D14AA6F-6E1B-C260-56BE-A29595BBE9B7}"/>
              </a:ext>
            </a:extLst>
          </p:cNvPr>
          <p:cNvSpPr/>
          <p:nvPr/>
        </p:nvSpPr>
        <p:spPr>
          <a:xfrm>
            <a:off x="3701144" y="239487"/>
            <a:ext cx="7815942" cy="1894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The Bob-Squad</a:t>
            </a:r>
            <a:endParaRPr lang="en-US" dirty="0"/>
          </a:p>
          <a:p>
            <a:pPr algn="ctr"/>
            <a:r>
              <a:rPr lang="en-US" dirty="0"/>
              <a:t>Anshika Singhal</a:t>
            </a:r>
          </a:p>
          <a:p>
            <a:pPr algn="ctr"/>
            <a:r>
              <a:rPr lang="en-US" dirty="0"/>
              <a:t>Shridhar Agrawal</a:t>
            </a:r>
          </a:p>
          <a:p>
            <a:pPr algn="ctr"/>
            <a:r>
              <a:rPr lang="en-US" dirty="0"/>
              <a:t>Suchitra Sharma</a:t>
            </a:r>
          </a:p>
          <a:p>
            <a:pPr algn="ctr"/>
            <a:r>
              <a:rPr lang="en-US" dirty="0"/>
              <a:t>Priti Nayak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020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5A9EE-BBA8-B7BE-B4A8-64A8CF611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02B0C8-AF3D-C0EF-09A5-B93BDA1AAC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48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63DF2-576A-F8E1-0CBD-1D63FBFFA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2D360F-C594-2D3A-E776-D9A7AEFA68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8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228F8-DE36-1100-A450-50DAF7FEE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21EB60-AECD-FCEA-2CE5-8F5730EE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777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F34D5-9BEA-77C7-3E41-6DAA03EA8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A96975-30F8-C400-06E1-215DBDA6C8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8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D341B-EA25-9558-EA92-59B148D8D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F05479-CA3D-DEE4-2D2E-1415D7892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44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678DC1-7AB6-04FA-3E84-2DA26433A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C6FC7B-D682-EA4A-45FD-CB713B2405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39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ACBFDA-36E2-196B-FBB3-CB19C0A41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A0FB99-9EB4-06D3-2F76-3D61AF92A2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732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A2518E-E745-4B2E-059B-888685FCE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36992B-0317-92D3-112C-3B3A40DA0E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30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BF4948-9C31-7467-B902-CC8D6D26E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B290E6-7BCB-E483-6CAA-56748B4388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82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A6DE1-CFA6-7736-5C31-AA9831600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7A8EAE-513D-E0BD-8E71-EDC4694323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27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8DD35-B0BF-889C-65E4-18DDEFF8B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78269A-A7AF-C435-03A6-15F21CC48F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23054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201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B77E1A-BADA-52C8-617A-EE8A66450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681E70-A07E-48DD-1999-2F2B29164E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12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C6FE4-3082-84A9-D930-B62D4E707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8FAFA4-833B-5834-75FE-5D3D411BC3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08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71F942-E479-B34D-01A1-4A43ECE2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338A74-10B8-7230-1E71-365A3118D3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28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85C75D-E040-6697-BDF8-F9CD056CF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EEFD65-865A-4A57-9ADD-2A4B30DA2E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187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53C780-7F86-B910-9512-25D14C9A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E0DD6A-9749-6161-984D-B00D4C4EC0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59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C2EC7-0541-5C8D-DA33-B0BB9FCA3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384536-9D75-4C37-072E-058EAC8A32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67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DB2FD-CD80-A500-ACF4-EAAA826FA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958899-63C6-6119-3BAC-C3B366D21B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870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7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6550" y="6371520"/>
            <a:ext cx="47287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323232"/>
                </a:solidFill>
              </a:defRPr>
            </a:pPr>
            <a:r>
              <a:rPr sz="1200" dirty="0">
                <a:solidFill>
                  <a:schemeClr val="bg1"/>
                </a:solidFill>
              </a:rPr>
              <a:t>Priti Nayak – Architecture Lead | Shridhar Agrawal – Developer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548640"/>
            <a:ext cx="704802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>
                <a:solidFill>
                  <a:schemeClr val="bg1"/>
                </a:solidFill>
              </a:rPr>
              <a:t>18. </a:t>
            </a:r>
            <a:r>
              <a:rPr dirty="0">
                <a:solidFill>
                  <a:schemeClr val="bg1"/>
                </a:solidFill>
              </a:rPr>
              <a:t>Final HTML Report – Build &amp; Quality Scores</a:t>
            </a:r>
          </a:p>
        </p:txBody>
      </p:sp>
      <p:pic>
        <p:nvPicPr>
          <p:cNvPr id="5" name="Picture 4" descr="Screenshot 2026-02-01 at 9.30.30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66801"/>
            <a:ext cx="10515600" cy="5120640"/>
          </a:xfrm>
          <a:prstGeom prst="rect">
            <a:avLst/>
          </a:prstGeom>
        </p:spPr>
      </p:pic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788E3893-8895-A78A-EF0D-D54597A57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150" y="6064319"/>
            <a:ext cx="10033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ECB41D-0D6D-8815-9177-EAE27508A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7B0A8E-5392-9E3C-704C-D60DFE1524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35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346CC-3F9F-C52B-1765-733145407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A1B674-4E70-340B-DE6F-2740485484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900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2B6FF4-B29A-ADA6-EF2F-89CC25B16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40CC1E-EBB3-3715-9AF6-DDF360C632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540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ECCA6-2B65-0B4F-5D21-EFBDE699D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7411ED-4C94-F608-851E-19CC052189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793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31</Words>
  <Application>Microsoft Office PowerPoint</Application>
  <PresentationFormat>Widescreen</PresentationFormat>
  <Paragraphs>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Priti Nayak</dc:creator>
  <cp:lastModifiedBy>Priti Nayak</cp:lastModifiedBy>
  <cp:revision>4</cp:revision>
  <dcterms:created xsi:type="dcterms:W3CDTF">2026-02-02T03:19:00Z</dcterms:created>
  <dcterms:modified xsi:type="dcterms:W3CDTF">2026-02-04T07:02:40Z</dcterms:modified>
</cp:coreProperties>
</file>